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D4823A">
              <a:alpha val="8000"/>
            </a:srgbClr>
          </a:solidFill>
          <a:ln w="12700">
            <a:solidFill>
              <a:srgbClr val="D4823A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457200" cy="45720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92808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1000" kern="0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LUXIA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5F0E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Plateforme Hôtelière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5F0E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Intelligente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Propulsée par Intelligence Artificielle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365760"/>
            <a:ext cx="2286000" cy="438912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594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9A96E"/>
                </a:solidFill>
              </a:rPr>
              <a:t>NIGHT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400" kern="0" dirty="0">
                <a:solidFill>
                  <a:srgbClr val="C9A96E"/>
                </a:solidFill>
              </a:rPr>
              <a:t>CHALLENGE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29400" y="1463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IA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18470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</a:rPr>
              <a:t>Recherche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29400" y="22677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29400" y="26517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</a:rPr>
              <a:t>Gratuit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9400" y="30723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29400" y="34564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</a:rPr>
              <a:t>Résultats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29400" y="38770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DT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29400" y="42611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</a:rPr>
              <a:t>Devise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96E">
              <a:alpha val="2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</a:rPr>
              <a:t>CONTEXTE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Problème → Solution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931920" cy="347472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25880"/>
            <a:ext cx="3931920" cy="54864"/>
          </a:xfrm>
          <a:prstGeom prst="rect">
            <a:avLst/>
          </a:prstGeom>
          <a:solidFill>
            <a:srgbClr val="D4823A"/>
          </a:solidFill>
          <a:ln w="12700">
            <a:solidFill>
              <a:srgbClr val="D48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Problème Actuel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manuelle longue et épuisante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d'options sans filtre personnalisé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comparer rapidement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conseil adapté au profil voyageur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3931920" cy="347472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25880"/>
            <a:ext cx="393192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Notre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intelligent multi-critères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analyse et filtre en temps réel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meilleures recommandations précises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directs vers pages de réservation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96E">
              <a:alpha val="2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Comment ça fonctionne 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1508760" cy="31089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08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78408" y="2212848"/>
            <a:ext cx="201168" cy="20116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01752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saisit ses critères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6232" y="2743200"/>
            <a:ext cx="164592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1280160"/>
            <a:ext cx="1508760" cy="31089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39112" y="1508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697480" y="2212848"/>
            <a:ext cx="201168" cy="20116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39112" y="301752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au serveur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75304" y="2743200"/>
            <a:ext cx="164592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1280160"/>
            <a:ext cx="1508760" cy="31089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58184" y="1508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416552" y="2212848"/>
            <a:ext cx="201168" cy="20116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58184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58184" y="301752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analyse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génère des hôtels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94376" y="2743200"/>
            <a:ext cx="164592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77256" y="1280160"/>
            <a:ext cx="1508760" cy="31089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77256" y="1508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135624" y="2212848"/>
            <a:ext cx="201168" cy="20116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77256" y="301752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les vrais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de réservation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13448" y="2743200"/>
            <a:ext cx="164592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6328" y="1280160"/>
            <a:ext cx="1508760" cy="31089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96328" y="1508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🏨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7854696" y="2212848"/>
            <a:ext cx="201168" cy="20116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96328" y="301752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hôtels avec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directs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React.js  ·  Node.js / Express  ·  Groq API (LLaMA 3.3-70B)  ·  SerpAPI  ·  Dinar Tunisien (DT)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96E">
              <a:alpha val="2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</a:rPr>
              <a:t>FONCTIONNALITÉS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Ce que fait LuXIA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697480" cy="15087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Premium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glassmorphism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ambiantes dorées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mobile/desktop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2697480" cy="15087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6908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69080" y="1920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3.3-70B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hôtels réels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personnalisées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2697480" cy="15087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🛏️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Occupants Détaillés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1920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Chambres, adultes, enfants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âges des enfants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Booking pré-remplis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2697480" cy="15087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32735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Complète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611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saisie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en temps réel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min/max en DT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3108960"/>
            <a:ext cx="2697480" cy="15087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204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069080" y="32735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Directs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69080" y="3611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cherche sur Google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exacte de l'hôtel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&amp; voyageurs inclus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3108960"/>
            <a:ext cx="2697480" cy="150876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49440" y="32735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3611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: gratuit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: 100 req/mois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carte bancaire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96E">
              <a:alpha val="2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</a:rPr>
              <a:t>DÉMO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 Formulaire Intelligent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4114800" cy="45720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624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Destination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13624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Hammamet, Tunisie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4114800" cy="45720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9110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Type de voyage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9110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Romantique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4114800" cy="45720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4597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24597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15/03 → 22/03/2026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4114800" cy="45720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0083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Budget / nuit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30083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DT  →  400 DT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4114800" cy="45720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5570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Catégorie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06040" y="35570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étoiles — Supérieur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4114800" cy="45720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1056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 Occupants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06040" y="41056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chambre · 2 adultes · 1 enfant (7 ans)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663440"/>
            <a:ext cx="4114800" cy="32004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690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90"/>
                </a:solidFill>
              </a:rPr>
              <a:t>🤖  Prompt IA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57400" y="4690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96E"/>
                </a:solidFill>
              </a:rPr>
              <a:t>Vue sur mer, calme, lune de miel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92040" y="1325880"/>
            <a:ext cx="3749040" cy="365760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1325880"/>
            <a:ext cx="374904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4356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Résultat IA — Exemple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18745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72200" y="18745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Hasdrubal Prestige Thalassa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22768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72200" y="227685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/ 10  ⭐⭐⭐⭐⭐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26791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72200" y="26791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DT / nuit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3081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72200" y="30815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Touristique, Hammamet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34838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72200" y="348386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mer · Thalasso · Buffet gourmet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0" y="38862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72200" y="38862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Piscine · Spa · Restaurant · Parking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42885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72200" y="428853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→ page directe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-457200"/>
            <a:ext cx="7315200" cy="7315200"/>
          </a:xfrm>
          <a:prstGeom prst="ellipse">
            <a:avLst/>
          </a:prstGeom>
          <a:solidFill>
            <a:srgbClr val="D4823A">
              <a:alpha val="7000"/>
            </a:srgbClr>
          </a:solidFill>
          <a:ln w="12700">
            <a:solidFill>
              <a:srgbClr val="D4823A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spc="1800" kern="0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LUXIA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5F0E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Une expérience hôtelière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5F0E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réimaginée par l'IA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645920" y="2880360"/>
            <a:ext cx="1828800" cy="141732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3493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3822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3.3-70B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31920" y="2880360"/>
            <a:ext cx="1828800" cy="141732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3493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3822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réels &amp; vrais liens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2880360"/>
            <a:ext cx="1828800" cy="1417320"/>
          </a:xfrm>
          <a:prstGeom prst="rect">
            <a:avLst/>
          </a:prstGeom>
          <a:solidFill>
            <a:srgbClr val="1A1628"/>
          </a:solidFill>
          <a:ln w="12700">
            <a:solidFill>
              <a:srgbClr val="C9A96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3493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822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sans frais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LuXIA — Plateforme Hôtelière IA</dc:title>
  <dc:subject>PptxGenJS Presentation</dc:subject>
  <dc:creator>PptxGenJS</dc:creator>
  <cp:lastModifiedBy>PptxGenJS</cp:lastModifiedBy>
  <cp:revision>1</cp:revision>
  <dcterms:created xsi:type="dcterms:W3CDTF">2026-02-27T23:22:07Z</dcterms:created>
  <dcterms:modified xsi:type="dcterms:W3CDTF">2026-02-27T23:22:07Z</dcterms:modified>
</cp:coreProperties>
</file>